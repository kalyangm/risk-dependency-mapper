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Lack of structured code review</a:t>
            </a:r>
          </a:p>
          <a:p>
            <a:r>
              <a:t>- Poor collaboration in development teams</a:t>
            </a:r>
          </a:p>
          <a:p>
            <a:r>
              <a:t>- Inconsistent code quality</a:t>
            </a:r>
          </a:p>
          <a:p>
            <a:r>
              <a:t>- Missing proper version control practices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Source Code Repository (GitHub)</a:t>
            </a:r>
          </a:p>
          <a:p>
            <a:r>
              <a:t>- Code Review Process</a:t>
            </a:r>
          </a:p>
          <a:p>
            <a:r>
              <a:t>- Version Control (Branches &amp; Commits)</a:t>
            </a:r>
          </a:p>
          <a:p>
            <a:r>
              <a:t>- Release Management (Tag v1.0)</a:t>
            </a:r>
          </a:p>
          <a:p>
            <a:r>
              <a:t>- Demo Module (Application + UI)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Application UI demonstration</a:t>
            </a:r>
          </a:p>
          <a:p>
            <a:r>
              <a:t>2. Clean code review in VS Code</a:t>
            </a:r>
          </a:p>
          <a:p>
            <a:r>
              <a:t>3. GitHub repository and commits</a:t>
            </a:r>
          </a:p>
          <a:p>
            <a:r>
              <a:t>4. Final release tagging (v1.0)</a:t>
            </a:r>
          </a:p>
          <a:p>
            <a:r>
              <a:t>5. Demo video submission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